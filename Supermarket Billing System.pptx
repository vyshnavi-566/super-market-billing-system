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2" r:id="rId1"/>
  </p:sldMasterIdLst>
  <p:sldIdLst>
    <p:sldId id="256" r:id="rId2"/>
    <p:sldId id="257" r:id="rId3"/>
    <p:sldId id="259" r:id="rId4"/>
    <p:sldId id="258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625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23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33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95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21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76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2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5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88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20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5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237A84F-CEA1-4C6E-8029-F1C71EF2AD50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384891-D4BF-46ED-A689-220ECC68A3D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64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9A4D1F-FD6B-3524-BE4C-51BD44B92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352" y="2211354"/>
            <a:ext cx="11044334" cy="188478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SUPER MARKET BILLING 	SYSTEM</a:t>
            </a:r>
            <a:endParaRPr lang="en-IN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AAB7F8-D22D-F315-C6F0-EB8EA0295F32}"/>
              </a:ext>
            </a:extLst>
          </p:cNvPr>
          <p:cNvSpPr txBox="1"/>
          <p:nvPr/>
        </p:nvSpPr>
        <p:spPr>
          <a:xfrm>
            <a:off x="8406882" y="4320073"/>
            <a:ext cx="1802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Kotrike Vyshnavi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294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E546-8308-4133-73B2-EC93D83A3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5388" y="914399"/>
            <a:ext cx="3664446" cy="61582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90EFA-6A04-EE95-D44C-7CD5BD1106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670180"/>
            <a:ext cx="10363826" cy="383488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 Billing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Java-based application designed to simplify the process of product management and billing in a supermarket. It allows the user to log in securely, view available products, select the desired items, and automatically generate a detailed bill with GST calculation. The system interacts with a MySQL database to fetch and manage product information. It also ensures that stock limits are not exceeded and displays error messages for invalid entries. The project demonstrates the use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connectivity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Java.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896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640B-AD6F-06DF-88C1-87739AF9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290" y="771125"/>
            <a:ext cx="4142793" cy="7904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1248B-3B77-34D5-5DD8-150E5E63FE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07079" y="2062065"/>
            <a:ext cx="10363826" cy="3387012"/>
          </a:xfrm>
        </p:spPr>
        <p:txBody>
          <a:bodyPr anchor="ctr">
            <a:normAutofit/>
          </a:bodyPr>
          <a:lstStyle/>
          <a:p>
            <a:pPr lvl="5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– JAVA</a:t>
            </a:r>
          </a:p>
          <a:p>
            <a:pPr lvl="5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– MYSQL</a:t>
            </a:r>
          </a:p>
          <a:p>
            <a:pPr lvl="5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CONNECTIVITY – JDBC</a:t>
            </a:r>
          </a:p>
          <a:p>
            <a:pPr lvl="5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– MAVEN</a:t>
            </a:r>
          </a:p>
          <a:p>
            <a:pPr lvl="5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FRAMEWORK – JUNIT5</a:t>
            </a:r>
          </a:p>
          <a:p>
            <a:pPr lvl="5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– INTELLIJ IDEA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10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53FB-185D-18F8-3280-0741476B2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07537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C322C5-FE7A-88B5-C63C-7F99D6ECD3D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71550" y="1721883"/>
            <a:ext cx="10364450" cy="454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2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7537C1-5D1E-F818-AAE9-FA50F5101DC1}"/>
              </a:ext>
            </a:extLst>
          </p:cNvPr>
          <p:cNvSpPr txBox="1"/>
          <p:nvPr/>
        </p:nvSpPr>
        <p:spPr>
          <a:xfrm>
            <a:off x="1082351" y="186611"/>
            <a:ext cx="9143999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Demonstrate: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list display from the database.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for product ID and quantity.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subtotal, GST, and total bill.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of generated bill with current date &amp; time.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exception message when: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Invalid product ID is entered. Quantity exceeds stock.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Non-integer or null input is given.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UnitTest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Cases: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testSubtotalCalculation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testGSTCalculation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testOutOfStock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6439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D3C8C-0FCA-DE15-04A0-B3A6EA90D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233" y="872212"/>
            <a:ext cx="6662057" cy="49965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D20996-7C77-D0B0-F446-B445203C8D13}"/>
              </a:ext>
            </a:extLst>
          </p:cNvPr>
          <p:cNvSpPr txBox="1"/>
          <p:nvPr/>
        </p:nvSpPr>
        <p:spPr>
          <a:xfrm>
            <a:off x="1474237" y="410547"/>
            <a:ext cx="155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C428E-7D89-9D6F-7283-CA5D2C95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75" y="1854168"/>
            <a:ext cx="3538641" cy="255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4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C5C8FF-E285-BC4C-E46C-C4087E70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642" y="516682"/>
            <a:ext cx="4864358" cy="560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D92EB1-2473-EFE0-2516-DD5F8392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121" y="516682"/>
            <a:ext cx="4879911" cy="560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4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E35AA3-F0EA-D6BE-3393-D5F018261580}"/>
              </a:ext>
            </a:extLst>
          </p:cNvPr>
          <p:cNvSpPr txBox="1"/>
          <p:nvPr/>
        </p:nvSpPr>
        <p:spPr>
          <a:xfrm>
            <a:off x="3844213" y="2146040"/>
            <a:ext cx="42001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Impact" panose="020B0806030902050204" pitchFamily="34" charset="0"/>
              </a:rPr>
              <a:t>THANK YOU</a:t>
            </a:r>
            <a:endParaRPr lang="en-IN" sz="72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7350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441</TotalTime>
  <Words>217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Impact</vt:lpstr>
      <vt:lpstr>Times New Roman</vt:lpstr>
      <vt:lpstr>Retrospect</vt:lpstr>
      <vt:lpstr>PowerPoint Presentation</vt:lpstr>
      <vt:lpstr>ABSTRACT</vt:lpstr>
      <vt:lpstr>TECH STACK</vt:lpstr>
      <vt:lpstr>ER-DIAGRAM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Kotrike Vyshnavi</dc:creator>
  <cp:lastModifiedBy>Kotrike Vyshnavi</cp:lastModifiedBy>
  <cp:revision>6</cp:revision>
  <dcterms:created xsi:type="dcterms:W3CDTF">2025-11-02T15:20:39Z</dcterms:created>
  <dcterms:modified xsi:type="dcterms:W3CDTF">2025-11-03T09:02:03Z</dcterms:modified>
</cp:coreProperties>
</file>